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</p:sldMasterIdLst>
  <p:sldIdLst>
    <p:sldId id="25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  <p:sldId id="265" r:id="rId49"/>
    <p:sldId id="266" r:id="rId50"/>
    <p:sldId id="267" r:id="rId51"/>
    <p:sldId id="268" r:id="rId52"/>
    <p:sldId id="269" r:id="rId53"/>
    <p:sldId id="270" r:id="rId5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" Target="slides/slide1.xml"/><Relationship Id="rId41" Type="http://schemas.openxmlformats.org/officeDocument/2006/relationships/slide" Target="slides/slide2.xml"/><Relationship Id="rId42" Type="http://schemas.openxmlformats.org/officeDocument/2006/relationships/slide" Target="slides/slide3.xml"/><Relationship Id="rId43" Type="http://schemas.openxmlformats.org/officeDocument/2006/relationships/slide" Target="slides/slide4.xml"/><Relationship Id="rId44" Type="http://schemas.openxmlformats.org/officeDocument/2006/relationships/slide" Target="slides/slide5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8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11.xml"/><Relationship Id="rId51" Type="http://schemas.openxmlformats.org/officeDocument/2006/relationships/slide" Target="slides/slide12.xml"/><Relationship Id="rId52" Type="http://schemas.openxmlformats.org/officeDocument/2006/relationships/slide" Target="slides/slide13.xml"/><Relationship Id="rId53" Type="http://schemas.openxmlformats.org/officeDocument/2006/relationships/slide" Target="slides/slide14.xml"/><Relationship Id="rId54" Type="http://schemas.openxmlformats.org/officeDocument/2006/relationships/slide" Target="slides/slide15.xml"/><Relationship Id="rId5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027886A-C29D-4CCC-B87A-D987D825DD87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9B2DD9-5848-41A6-9683-9D1D55DD0538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7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EF4DC5-5C79-415E-BC31-F4B820E79BB7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8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3BE7CB4A-FE2E-41B6-967B-37E69704A4DE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67F6708-B734-493E-A2A7-2E2BF2D002EC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5782D0DE-7427-480D-ADD8-1021940C1921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BA95D9CC-8EA3-4B46-9622-12204872D69A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26747FF-3AD6-4DD4-A7B7-A8B99BF63880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C38EDC5-6EA3-4A43-A8BD-198556F4A911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FFA9168F-FF0E-4488-BB77-1C8501FB1352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5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FDC2FFF-990D-4AAA-BACB-041CFD54945E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EEDA440-21A3-4F30-87BB-95EDE2297213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6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ED0446DC-0C23-4E36-84AA-CC7C1E1DD587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4572000" y="635040"/>
            <a:ext cx="4571640" cy="428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16C3B3-3F57-49CA-97FC-BBDF99ED1939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796D997-AE2A-4B4E-AF06-0F3789BC7C36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0" y="635040"/>
            <a:ext cx="4571640" cy="428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79B476E7-0547-4A92-B0FE-A43E4BDC5C48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4572000" y="635040"/>
            <a:ext cx="2230920" cy="428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914880" y="635040"/>
            <a:ext cx="2230920" cy="428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C024730-1FD9-4420-9A70-596F26537350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8A3A6FA-3628-4A8F-A149-638D0958AA3C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7CAD7E58-5AEC-4A98-8CEA-71AF29D537E2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59BA341-CE9B-495C-B87B-1BE6B9BC3766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2A8CB3A-A003-4470-A720-68C5937DA087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TWO_COLUMNS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DFB3D194-AA91-4BD9-B0FD-5681121CF36A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7F3343C-5308-4F1A-8BCF-17F78BEA108C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07D25F3-3C53-43BF-860F-C5648956E079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7AF4006D-6E38-48E8-B387-0061EE1AEAE0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51921EC-DBA1-4AA2-9636-D19847B92FCB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41CBAC1-610B-413E-8CD8-70243D2175A0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831D2E71-1E7D-407D-98BA-8AE1C7C8748A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1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3DF854A-6F78-4AFF-97CC-57A346E0C894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1_1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01CED93-25D4-4BCF-97E7-EB425FB63CB9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ECFD3C3A-5A8C-45CD-92DD-295492CB106C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2B6B98C-58E2-4178-8F9D-1535AC1D6259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6F2798E-FC97-4B2A-B43C-1676327AEA20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2557AC22-331B-45CB-8ECF-A7B2C6D1A2D7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40E577F-E686-4FBA-B852-FA31625CB1CC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121A1DD7-7A7E-4E1B-9D5E-EE2EBF2F5B13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_1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46D2F40A-A584-4ECA-AEC9-67F0A4A2A53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2151000"/>
            <a:ext cx="8520120" cy="84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GB" sz="3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B18F14E-4B0B-4DAD-82FD-4CDC6AC21F90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70DDE78-B230-44EF-BE56-EADA6FA02572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77160" y="1832760"/>
            <a:ext cx="3216960" cy="1483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3550" lnSpcReduction="20000"/>
          </a:bodyPr>
          <a:p>
            <a:pPr indent="0">
              <a:buNone/>
            </a:pPr>
            <a:r>
              <a:rPr b="0" lang="en-GB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FF75886-9AC7-4D56-B7A1-5E5B47880AD7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44737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992120" y="1152720"/>
            <a:ext cx="3840120" cy="341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222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C9EAFEC-D8EE-4B27-A361-31783A946A47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F05D145-EE00-4427-B69D-4E856B7ABE3F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483120" y="450000"/>
            <a:ext cx="8184240" cy="75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GB" sz="3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83120" y="2237760"/>
            <a:ext cx="3619440" cy="23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402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5047920" y="2237760"/>
            <a:ext cx="3619440" cy="23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39C7BDAC-294A-49D9-8C38-CF9E9F2D24B1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83120" y="2417400"/>
            <a:ext cx="2455200" cy="23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18005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3347640" y="2417400"/>
            <a:ext cx="2455200" cy="23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212160" y="2417400"/>
            <a:ext cx="2455200" cy="237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title"/>
          </p:nvPr>
        </p:nvSpPr>
        <p:spPr>
          <a:xfrm>
            <a:off x="483120" y="450000"/>
            <a:ext cx="8184240" cy="75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GB" sz="3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5F817E2-E850-4D4E-988B-D6BBF6F1BC11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66840" y="1758960"/>
            <a:ext cx="38383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37134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938840" y="1758960"/>
            <a:ext cx="38383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366840" y="3648600"/>
            <a:ext cx="38383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938840" y="3648600"/>
            <a:ext cx="3838320" cy="113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title"/>
          </p:nvPr>
        </p:nvSpPr>
        <p:spPr>
          <a:xfrm>
            <a:off x="366840" y="450000"/>
            <a:ext cx="8184240" cy="75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GB" sz="3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7E71CBA-A066-4E2A-B0B3-6C470AD608BC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311760" y="1170360"/>
            <a:ext cx="8520120" cy="3492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body"/>
          </p:nvPr>
        </p:nvSpPr>
        <p:spPr>
          <a:xfrm>
            <a:off x="311760" y="4080240"/>
            <a:ext cx="4027320" cy="9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4185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804920" y="1133280"/>
            <a:ext cx="4027320" cy="239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311760" y="1133280"/>
            <a:ext cx="4027320" cy="2392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4804920" y="4080240"/>
            <a:ext cx="4027320" cy="92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2E5A7D2-1DFD-4ACD-8527-AF5B67689D41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body"/>
          </p:nvPr>
        </p:nvSpPr>
        <p:spPr>
          <a:xfrm>
            <a:off x="311760" y="3911760"/>
            <a:ext cx="2626920" cy="101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50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205320" y="1128240"/>
            <a:ext cx="2626920" cy="2272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833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11760" y="1128240"/>
            <a:ext cx="2626920" cy="2272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833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205320" y="3911760"/>
            <a:ext cx="2626920" cy="101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3255120" y="1128240"/>
            <a:ext cx="2626920" cy="2272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18333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body"/>
          </p:nvPr>
        </p:nvSpPr>
        <p:spPr>
          <a:xfrm>
            <a:off x="3255120" y="3911760"/>
            <a:ext cx="2626920" cy="1018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7B26A35-F50D-40D7-B2D5-6462A2FB2793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body"/>
          </p:nvPr>
        </p:nvSpPr>
        <p:spPr>
          <a:xfrm>
            <a:off x="311760" y="444960"/>
            <a:ext cx="8520120" cy="421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EBF02D5-D2A3-4FED-B068-F91B43749BC5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852012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A14FC4A-4600-4E20-90C3-25409E2A6A86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23536DC-24B4-434E-86DD-82297C15A8C5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3389760" y="11880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5195880" y="11880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7002360" y="11880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3389760" y="180432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5195880" y="180432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7"/>
          <p:cNvSpPr>
            <a:spLocks noGrp="1"/>
          </p:cNvSpPr>
          <p:nvPr>
            <p:ph type="body"/>
          </p:nvPr>
        </p:nvSpPr>
        <p:spPr>
          <a:xfrm>
            <a:off x="7002360" y="180432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8"/>
          <p:cNvSpPr>
            <a:spLocks noGrp="1"/>
          </p:cNvSpPr>
          <p:nvPr>
            <p:ph type="title"/>
          </p:nvPr>
        </p:nvSpPr>
        <p:spPr>
          <a:xfrm>
            <a:off x="351720" y="550080"/>
            <a:ext cx="2596320" cy="160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9"/>
          <p:cNvSpPr>
            <a:spLocks noGrp="1"/>
          </p:cNvSpPr>
          <p:nvPr>
            <p:ph type="body"/>
          </p:nvPr>
        </p:nvSpPr>
        <p:spPr>
          <a:xfrm>
            <a:off x="3389760" y="348948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10"/>
          <p:cNvSpPr>
            <a:spLocks noGrp="1"/>
          </p:cNvSpPr>
          <p:nvPr>
            <p:ph type="body"/>
          </p:nvPr>
        </p:nvSpPr>
        <p:spPr>
          <a:xfrm>
            <a:off x="5195880" y="348948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11"/>
          <p:cNvSpPr>
            <a:spLocks noGrp="1"/>
          </p:cNvSpPr>
          <p:nvPr>
            <p:ph type="body"/>
          </p:nvPr>
        </p:nvSpPr>
        <p:spPr>
          <a:xfrm>
            <a:off x="7002360" y="3489480"/>
            <a:ext cx="1643400" cy="153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6111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128;p22"/>
          <p:cNvGrpSpPr/>
          <p:nvPr/>
        </p:nvGrpSpPr>
        <p:grpSpPr>
          <a:xfrm>
            <a:off x="0" y="360"/>
            <a:ext cx="9144360" cy="5143320"/>
            <a:chOff x="0" y="360"/>
            <a:chExt cx="9144360" cy="5143320"/>
          </a:xfrm>
        </p:grpSpPr>
        <p:sp>
          <p:nvSpPr>
            <p:cNvPr id="58" name="Google Shape;129;p22"/>
            <p:cNvSpPr/>
            <p:nvPr/>
          </p:nvSpPr>
          <p:spPr>
            <a:xfrm rot="16200000">
              <a:off x="-735120" y="735840"/>
              <a:ext cx="5143320" cy="36723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9" name="Google Shape;130;p22"/>
            <p:cNvSpPr/>
            <p:nvPr/>
          </p:nvSpPr>
          <p:spPr>
            <a:xfrm rot="16200000">
              <a:off x="2000520" y="735840"/>
              <a:ext cx="5143320" cy="36723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0" name="Google Shape;131;p22"/>
            <p:cNvSpPr/>
            <p:nvPr/>
          </p:nvSpPr>
          <p:spPr>
            <a:xfrm rot="16200000">
              <a:off x="4736520" y="735840"/>
              <a:ext cx="5143320" cy="36723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29480" y="1681560"/>
            <a:ext cx="8285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n-GB" sz="4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oogle Shape;135;p23"/>
          <p:cNvGrpSpPr/>
          <p:nvPr/>
        </p:nvGrpSpPr>
        <p:grpSpPr>
          <a:xfrm>
            <a:off x="1440" y="656640"/>
            <a:ext cx="9144360" cy="4268160"/>
            <a:chOff x="1440" y="656640"/>
            <a:chExt cx="9144360" cy="4268160"/>
          </a:xfrm>
        </p:grpSpPr>
        <p:sp>
          <p:nvSpPr>
            <p:cNvPr id="65" name="Google Shape;136;p23"/>
            <p:cNvSpPr/>
            <p:nvPr/>
          </p:nvSpPr>
          <p:spPr>
            <a:xfrm rot="16200000">
              <a:off x="3342600" y="19584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6" name="Google Shape;137;p23"/>
            <p:cNvSpPr/>
            <p:nvPr/>
          </p:nvSpPr>
          <p:spPr>
            <a:xfrm rot="16200000">
              <a:off x="461880" y="19584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7" name="Google Shape;138;p23"/>
            <p:cNvSpPr/>
            <p:nvPr/>
          </p:nvSpPr>
          <p:spPr>
            <a:xfrm>
              <a:off x="2401920" y="1764360"/>
              <a:ext cx="1462680" cy="20520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" name="Google Shape;139;p23"/>
            <p:cNvSpPr/>
            <p:nvPr/>
          </p:nvSpPr>
          <p:spPr>
            <a:xfrm rot="16200000">
              <a:off x="6223680" y="19584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" name="Google Shape;140;p23"/>
            <p:cNvSpPr/>
            <p:nvPr/>
          </p:nvSpPr>
          <p:spPr>
            <a:xfrm rot="16200000">
              <a:off x="3342600" y="200268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" name="Google Shape;141;p23"/>
            <p:cNvSpPr/>
            <p:nvPr/>
          </p:nvSpPr>
          <p:spPr>
            <a:xfrm rot="16200000">
              <a:off x="461880" y="200268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1" name="Google Shape;142;p23"/>
            <p:cNvSpPr/>
            <p:nvPr/>
          </p:nvSpPr>
          <p:spPr>
            <a:xfrm rot="16200000">
              <a:off x="6223680" y="2002680"/>
              <a:ext cx="2461320" cy="338256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" name="Google Shape;143;p23"/>
            <p:cNvSpPr/>
            <p:nvPr/>
          </p:nvSpPr>
          <p:spPr>
            <a:xfrm>
              <a:off x="5282640" y="1764360"/>
              <a:ext cx="1462680" cy="20520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3" name="PlaceHolder 1"/>
          <p:cNvSpPr>
            <a:spLocks noGrp="1"/>
          </p:cNvSpPr>
          <p:nvPr>
            <p:ph type="body"/>
          </p:nvPr>
        </p:nvSpPr>
        <p:spPr>
          <a:xfrm>
            <a:off x="932400" y="2949480"/>
            <a:ext cx="7278840" cy="87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title"/>
          </p:nvPr>
        </p:nvSpPr>
        <p:spPr>
          <a:xfrm>
            <a:off x="932400" y="1881360"/>
            <a:ext cx="72788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Google Shape;146;p23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sldNum" idx="14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0D709717-C940-40A6-BBC2-8AAA76F44509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77" name="Google Shape;148;p23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78" name="Google Shape;149;p23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Google Shape;150;p23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body"/>
          </p:nvPr>
        </p:nvSpPr>
        <p:spPr>
          <a:xfrm>
            <a:off x="932400" y="2949480"/>
            <a:ext cx="7278840" cy="87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title"/>
          </p:nvPr>
        </p:nvSpPr>
        <p:spPr>
          <a:xfrm>
            <a:off x="932400" y="1881360"/>
            <a:ext cx="72788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56;p24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5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8EF5471E-56B0-4CCD-9726-403666D109CF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84" name="Google Shape;158;p24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85" name="Google Shape;159;p24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Google Shape;160;p24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164;p25"/>
          <p:cNvSpPr/>
          <p:nvPr/>
        </p:nvSpPr>
        <p:spPr>
          <a:xfrm>
            <a:off x="0" y="635040"/>
            <a:ext cx="4571640" cy="42890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body"/>
          </p:nvPr>
        </p:nvSpPr>
        <p:spPr>
          <a:xfrm>
            <a:off x="4572000" y="635040"/>
            <a:ext cx="4571640" cy="4289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639360" y="2675520"/>
            <a:ext cx="329292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Google Shape;168;p25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4"/>
          <p:cNvSpPr>
            <a:spLocks noGrp="1"/>
          </p:cNvSpPr>
          <p:nvPr>
            <p:ph type="sldNum" idx="16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1BE2B9F-9643-40D7-8FF3-A50983484BCF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93" name="Google Shape;170;p25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94" name="Google Shape;171;p25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72;p25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176;p26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1"/>
          <p:cNvSpPr>
            <a:spLocks noGrp="1"/>
          </p:cNvSpPr>
          <p:nvPr>
            <p:ph type="sldNum" idx="17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A398EFB-9B46-438B-9FE5-683B2C505142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00" name="Google Shape;178;p26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101" name="PlaceHolder 2"/>
          <p:cNvSpPr>
            <a:spLocks noGrp="1"/>
          </p:cNvSpPr>
          <p:nvPr>
            <p:ph type="title"/>
          </p:nvPr>
        </p:nvSpPr>
        <p:spPr>
          <a:xfrm>
            <a:off x="437400" y="768240"/>
            <a:ext cx="826920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5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02" name="Google Shape;180;p26"/>
          <p:cNvGrpSpPr/>
          <p:nvPr/>
        </p:nvGrpSpPr>
        <p:grpSpPr>
          <a:xfrm>
            <a:off x="1440" y="1477440"/>
            <a:ext cx="9142560" cy="3447000"/>
            <a:chOff x="1440" y="1477440"/>
            <a:chExt cx="9142560" cy="3447000"/>
          </a:xfrm>
        </p:grpSpPr>
        <p:sp>
          <p:nvSpPr>
            <p:cNvPr id="103" name="Google Shape;181;p26"/>
            <p:cNvSpPr/>
            <p:nvPr/>
          </p:nvSpPr>
          <p:spPr>
            <a:xfrm rot="5400000">
              <a:off x="644040" y="8344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4" name="Google Shape;182;p26"/>
            <p:cNvSpPr/>
            <p:nvPr/>
          </p:nvSpPr>
          <p:spPr>
            <a:xfrm rot="5400000">
              <a:off x="3690720" y="8344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5" name="Google Shape;183;p26"/>
            <p:cNvSpPr/>
            <p:nvPr/>
          </p:nvSpPr>
          <p:spPr>
            <a:xfrm rot="5400000">
              <a:off x="6738840" y="8344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6" name="Google Shape;184;p26"/>
            <p:cNvSpPr/>
            <p:nvPr/>
          </p:nvSpPr>
          <p:spPr>
            <a:xfrm rot="5400000">
              <a:off x="644040" y="25192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7" name="Google Shape;185;p26"/>
            <p:cNvSpPr/>
            <p:nvPr/>
          </p:nvSpPr>
          <p:spPr>
            <a:xfrm rot="5400000">
              <a:off x="3691440" y="25192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8" name="Google Shape;186;p26"/>
            <p:cNvSpPr/>
            <p:nvPr/>
          </p:nvSpPr>
          <p:spPr>
            <a:xfrm rot="5400000">
              <a:off x="6738840" y="2519280"/>
              <a:ext cx="1762200" cy="304776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09" name="PlaceHolder 3"/>
          <p:cNvSpPr>
            <a:spLocks noGrp="1"/>
          </p:cNvSpPr>
          <p:nvPr>
            <p:ph type="title"/>
          </p:nvPr>
        </p:nvSpPr>
        <p:spPr>
          <a:xfrm>
            <a:off x="3409920" y="18572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3409920" y="21830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title"/>
          </p:nvPr>
        </p:nvSpPr>
        <p:spPr>
          <a:xfrm>
            <a:off x="362520" y="18572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62520" y="21830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title"/>
          </p:nvPr>
        </p:nvSpPr>
        <p:spPr>
          <a:xfrm>
            <a:off x="6457320" y="18572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8"/>
          <p:cNvSpPr>
            <a:spLocks noGrp="1"/>
          </p:cNvSpPr>
          <p:nvPr>
            <p:ph type="body"/>
          </p:nvPr>
        </p:nvSpPr>
        <p:spPr>
          <a:xfrm>
            <a:off x="6457320" y="21830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9"/>
          <p:cNvSpPr>
            <a:spLocks noGrp="1"/>
          </p:cNvSpPr>
          <p:nvPr>
            <p:ph type="title"/>
          </p:nvPr>
        </p:nvSpPr>
        <p:spPr>
          <a:xfrm>
            <a:off x="362520" y="35416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10"/>
          <p:cNvSpPr>
            <a:spLocks noGrp="1"/>
          </p:cNvSpPr>
          <p:nvPr>
            <p:ph type="body"/>
          </p:nvPr>
        </p:nvSpPr>
        <p:spPr>
          <a:xfrm>
            <a:off x="362520" y="38678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11"/>
          <p:cNvSpPr>
            <a:spLocks noGrp="1"/>
          </p:cNvSpPr>
          <p:nvPr>
            <p:ph type="title"/>
          </p:nvPr>
        </p:nvSpPr>
        <p:spPr>
          <a:xfrm>
            <a:off x="3409200" y="35416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12"/>
          <p:cNvSpPr>
            <a:spLocks noGrp="1"/>
          </p:cNvSpPr>
          <p:nvPr>
            <p:ph type="body"/>
          </p:nvPr>
        </p:nvSpPr>
        <p:spPr>
          <a:xfrm>
            <a:off x="3409200" y="38678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13"/>
          <p:cNvSpPr>
            <a:spLocks noGrp="1"/>
          </p:cNvSpPr>
          <p:nvPr>
            <p:ph type="title"/>
          </p:nvPr>
        </p:nvSpPr>
        <p:spPr>
          <a:xfrm>
            <a:off x="6381000" y="35416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14"/>
          <p:cNvSpPr>
            <a:spLocks noGrp="1"/>
          </p:cNvSpPr>
          <p:nvPr>
            <p:ph type="body"/>
          </p:nvPr>
        </p:nvSpPr>
        <p:spPr>
          <a:xfrm>
            <a:off x="6381000" y="386784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Google Shape;199;p26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Google Shape;200;p26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204;p27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sldNum" idx="18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D930A18F-235E-4F9D-A993-61BCE0B5F3C3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28" name="Google Shape;206;p27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grpSp>
        <p:nvGrpSpPr>
          <p:cNvPr id="129" name="Google Shape;207;p27"/>
          <p:cNvGrpSpPr/>
          <p:nvPr/>
        </p:nvGrpSpPr>
        <p:grpSpPr>
          <a:xfrm>
            <a:off x="0" y="656640"/>
            <a:ext cx="9143640" cy="4267800"/>
            <a:chOff x="0" y="656640"/>
            <a:chExt cx="9143640" cy="4267800"/>
          </a:xfrm>
        </p:grpSpPr>
        <p:sp>
          <p:nvSpPr>
            <p:cNvPr id="130" name="Google Shape;208;p27"/>
            <p:cNvSpPr/>
            <p:nvPr/>
          </p:nvSpPr>
          <p:spPr>
            <a:xfrm>
              <a:off x="0" y="65664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" name="Google Shape;209;p27"/>
            <p:cNvSpPr/>
            <p:nvPr/>
          </p:nvSpPr>
          <p:spPr>
            <a:xfrm>
              <a:off x="2193840" y="65664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2" name="Google Shape;210;p27"/>
            <p:cNvSpPr/>
            <p:nvPr/>
          </p:nvSpPr>
          <p:spPr>
            <a:xfrm>
              <a:off x="0" y="251532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" name="Google Shape;211;p27"/>
            <p:cNvSpPr/>
            <p:nvPr/>
          </p:nvSpPr>
          <p:spPr>
            <a:xfrm>
              <a:off x="2193840" y="251532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" name="Google Shape;212;p27"/>
            <p:cNvSpPr/>
            <p:nvPr/>
          </p:nvSpPr>
          <p:spPr>
            <a:xfrm>
              <a:off x="873360" y="1523520"/>
              <a:ext cx="2864160" cy="25344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" name="Google Shape;213;p27"/>
            <p:cNvSpPr/>
            <p:nvPr/>
          </p:nvSpPr>
          <p:spPr>
            <a:xfrm>
              <a:off x="4533480" y="65664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6" name="Google Shape;214;p27"/>
            <p:cNvSpPr/>
            <p:nvPr/>
          </p:nvSpPr>
          <p:spPr>
            <a:xfrm>
              <a:off x="6727320" y="65664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Google Shape;215;p27"/>
            <p:cNvSpPr/>
            <p:nvPr/>
          </p:nvSpPr>
          <p:spPr>
            <a:xfrm>
              <a:off x="4533480" y="251532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" name="Google Shape;216;p27"/>
            <p:cNvSpPr/>
            <p:nvPr/>
          </p:nvSpPr>
          <p:spPr>
            <a:xfrm>
              <a:off x="6727320" y="2515320"/>
              <a:ext cx="2416320" cy="240912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" name="Google Shape;217;p27"/>
            <p:cNvSpPr/>
            <p:nvPr/>
          </p:nvSpPr>
          <p:spPr>
            <a:xfrm>
              <a:off x="5406840" y="1523520"/>
              <a:ext cx="2864160" cy="25344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40" name="PlaceHolder 2"/>
          <p:cNvSpPr>
            <a:spLocks noGrp="1"/>
          </p:cNvSpPr>
          <p:nvPr>
            <p:ph type="title"/>
          </p:nvPr>
        </p:nvSpPr>
        <p:spPr>
          <a:xfrm>
            <a:off x="420480" y="2504160"/>
            <a:ext cx="373068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title"/>
          </p:nvPr>
        </p:nvSpPr>
        <p:spPr>
          <a:xfrm>
            <a:off x="5676120" y="176832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 type="body"/>
          </p:nvPr>
        </p:nvSpPr>
        <p:spPr>
          <a:xfrm>
            <a:off x="5676120" y="209448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5"/>
          <p:cNvSpPr>
            <a:spLocks noGrp="1"/>
          </p:cNvSpPr>
          <p:nvPr>
            <p:ph type="title"/>
          </p:nvPr>
        </p:nvSpPr>
        <p:spPr>
          <a:xfrm>
            <a:off x="5676120" y="31482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5676120" y="34743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Google Shape;223;p27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Google Shape;224;p27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228;p28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1"/>
          <p:cNvSpPr>
            <a:spLocks noGrp="1"/>
          </p:cNvSpPr>
          <p:nvPr>
            <p:ph type="sldNum" idx="19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6762D13-926A-4947-B34A-6627ADCF798D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50" name="Google Shape;230;p28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grpSp>
        <p:nvGrpSpPr>
          <p:cNvPr id="151" name="Google Shape;231;p28"/>
          <p:cNvGrpSpPr/>
          <p:nvPr/>
        </p:nvGrpSpPr>
        <p:grpSpPr>
          <a:xfrm>
            <a:off x="1800" y="656640"/>
            <a:ext cx="9143280" cy="4267800"/>
            <a:chOff x="1800" y="656640"/>
            <a:chExt cx="9143280" cy="4267800"/>
          </a:xfrm>
        </p:grpSpPr>
        <p:sp>
          <p:nvSpPr>
            <p:cNvPr id="152" name="Google Shape;232;p28"/>
            <p:cNvSpPr/>
            <p:nvPr/>
          </p:nvSpPr>
          <p:spPr>
            <a:xfrm>
              <a:off x="1800" y="656640"/>
              <a:ext cx="319140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3" name="Google Shape;233;p28"/>
            <p:cNvSpPr/>
            <p:nvPr/>
          </p:nvSpPr>
          <p:spPr>
            <a:xfrm>
              <a:off x="2977560" y="656640"/>
              <a:ext cx="319140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54" name="Google Shape;234;p28"/>
            <p:cNvSpPr/>
            <p:nvPr/>
          </p:nvSpPr>
          <p:spPr>
            <a:xfrm>
              <a:off x="5953680" y="656640"/>
              <a:ext cx="319140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55" name="Google Shape;235;p28"/>
          <p:cNvSpPr/>
          <p:nvPr/>
        </p:nvSpPr>
        <p:spPr>
          <a:xfrm>
            <a:off x="0" y="0"/>
            <a:ext cx="29995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title"/>
          </p:nvPr>
        </p:nvSpPr>
        <p:spPr>
          <a:xfrm>
            <a:off x="434880" y="2593800"/>
            <a:ext cx="2325240" cy="39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title"/>
          </p:nvPr>
        </p:nvSpPr>
        <p:spPr>
          <a:xfrm>
            <a:off x="341100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 type="body"/>
          </p:nvPr>
        </p:nvSpPr>
        <p:spPr>
          <a:xfrm>
            <a:off x="341100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 type="title"/>
          </p:nvPr>
        </p:nvSpPr>
        <p:spPr>
          <a:xfrm>
            <a:off x="645408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 type="body"/>
          </p:nvPr>
        </p:nvSpPr>
        <p:spPr>
          <a:xfrm>
            <a:off x="645408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Google Shape;241;p28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242;p28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3" name="Google Shape;246;p29"/>
          <p:cNvGrpSpPr/>
          <p:nvPr/>
        </p:nvGrpSpPr>
        <p:grpSpPr>
          <a:xfrm>
            <a:off x="0" y="657000"/>
            <a:ext cx="9143640" cy="4267800"/>
            <a:chOff x="0" y="657000"/>
            <a:chExt cx="9143640" cy="4267800"/>
          </a:xfrm>
        </p:grpSpPr>
        <p:sp>
          <p:nvSpPr>
            <p:cNvPr id="164" name="Google Shape;247;p29"/>
            <p:cNvSpPr/>
            <p:nvPr/>
          </p:nvSpPr>
          <p:spPr>
            <a:xfrm rot="16200000">
              <a:off x="334548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5" name="Google Shape;248;p29"/>
            <p:cNvSpPr/>
            <p:nvPr/>
          </p:nvSpPr>
          <p:spPr>
            <a:xfrm rot="16200000">
              <a:off x="465696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6" name="Google Shape;249;p29"/>
            <p:cNvSpPr/>
            <p:nvPr/>
          </p:nvSpPr>
          <p:spPr>
            <a:xfrm rot="16200000">
              <a:off x="596880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" name="Google Shape;250;p29"/>
            <p:cNvSpPr/>
            <p:nvPr/>
          </p:nvSpPr>
          <p:spPr>
            <a:xfrm rot="16200000">
              <a:off x="-109260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8" name="Google Shape;251;p29"/>
            <p:cNvSpPr/>
            <p:nvPr/>
          </p:nvSpPr>
          <p:spPr>
            <a:xfrm rot="16200000">
              <a:off x="21852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9" name="Google Shape;252;p29"/>
            <p:cNvSpPr/>
            <p:nvPr/>
          </p:nvSpPr>
          <p:spPr>
            <a:xfrm rot="16200000">
              <a:off x="1530360" y="1749960"/>
              <a:ext cx="4267800" cy="208188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70" name="Google Shape;253;p29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1"/>
          <p:cNvSpPr>
            <a:spLocks noGrp="1"/>
          </p:cNvSpPr>
          <p:nvPr>
            <p:ph type="sldNum" idx="20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F6D738E-1052-43DF-AB31-5C06A3E30414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72" name="Google Shape;255;p29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173" name="PlaceHolder 2"/>
          <p:cNvSpPr>
            <a:spLocks noGrp="1"/>
          </p:cNvSpPr>
          <p:nvPr>
            <p:ph type="title"/>
          </p:nvPr>
        </p:nvSpPr>
        <p:spPr>
          <a:xfrm>
            <a:off x="420480" y="2504160"/>
            <a:ext cx="373068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title"/>
          </p:nvPr>
        </p:nvSpPr>
        <p:spPr>
          <a:xfrm>
            <a:off x="5676120" y="176832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body"/>
          </p:nvPr>
        </p:nvSpPr>
        <p:spPr>
          <a:xfrm>
            <a:off x="5676120" y="209448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 type="title"/>
          </p:nvPr>
        </p:nvSpPr>
        <p:spPr>
          <a:xfrm>
            <a:off x="5676120" y="31482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6"/>
          <p:cNvSpPr>
            <a:spLocks noGrp="1"/>
          </p:cNvSpPr>
          <p:nvPr>
            <p:ph type="body"/>
          </p:nvPr>
        </p:nvSpPr>
        <p:spPr>
          <a:xfrm>
            <a:off x="5676120" y="34743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Google Shape;261;p29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262;p29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oogle Shape;266;p30"/>
          <p:cNvGrpSpPr/>
          <p:nvPr/>
        </p:nvGrpSpPr>
        <p:grpSpPr>
          <a:xfrm>
            <a:off x="0" y="655560"/>
            <a:ext cx="9144000" cy="4282560"/>
            <a:chOff x="0" y="655560"/>
            <a:chExt cx="9144000" cy="4282560"/>
          </a:xfrm>
        </p:grpSpPr>
        <p:sp>
          <p:nvSpPr>
            <p:cNvPr id="181" name="Google Shape;267;p30"/>
            <p:cNvSpPr/>
            <p:nvPr/>
          </p:nvSpPr>
          <p:spPr>
            <a:xfrm>
              <a:off x="0" y="65556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2" name="Google Shape;268;p30"/>
            <p:cNvSpPr/>
            <p:nvPr/>
          </p:nvSpPr>
          <p:spPr>
            <a:xfrm flipH="1" rot="10800000">
              <a:off x="360" y="245448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3" name="Google Shape;269;p30"/>
            <p:cNvSpPr/>
            <p:nvPr/>
          </p:nvSpPr>
          <p:spPr>
            <a:xfrm>
              <a:off x="3017880" y="65556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4" name="Google Shape;270;p30"/>
            <p:cNvSpPr/>
            <p:nvPr/>
          </p:nvSpPr>
          <p:spPr>
            <a:xfrm flipH="1" rot="10800000">
              <a:off x="3018600" y="245448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5" name="Google Shape;271;p30"/>
            <p:cNvSpPr/>
            <p:nvPr/>
          </p:nvSpPr>
          <p:spPr>
            <a:xfrm>
              <a:off x="6036120" y="65556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6" name="Google Shape;272;p30"/>
            <p:cNvSpPr/>
            <p:nvPr/>
          </p:nvSpPr>
          <p:spPr>
            <a:xfrm flipH="1" rot="10800000">
              <a:off x="6036480" y="2454480"/>
              <a:ext cx="3107520" cy="248364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87" name="Google Shape;273;p30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1"/>
          <p:cNvSpPr>
            <a:spLocks noGrp="1"/>
          </p:cNvSpPr>
          <p:nvPr>
            <p:ph type="sldNum" idx="21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BAAFC24-E11A-49DC-8D34-E98A3030CC61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89" name="Google Shape;275;p30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190" name="Google Shape;276;p30"/>
          <p:cNvSpPr/>
          <p:nvPr/>
        </p:nvSpPr>
        <p:spPr>
          <a:xfrm>
            <a:off x="0" y="0"/>
            <a:ext cx="29995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title"/>
          </p:nvPr>
        </p:nvSpPr>
        <p:spPr>
          <a:xfrm>
            <a:off x="434880" y="2593800"/>
            <a:ext cx="2325240" cy="39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title"/>
          </p:nvPr>
        </p:nvSpPr>
        <p:spPr>
          <a:xfrm>
            <a:off x="341100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body"/>
          </p:nvPr>
        </p:nvSpPr>
        <p:spPr>
          <a:xfrm>
            <a:off x="341100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title"/>
          </p:nvPr>
        </p:nvSpPr>
        <p:spPr>
          <a:xfrm>
            <a:off x="645408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6"/>
          <p:cNvSpPr>
            <a:spLocks noGrp="1"/>
          </p:cNvSpPr>
          <p:nvPr>
            <p:ph type="body"/>
          </p:nvPr>
        </p:nvSpPr>
        <p:spPr>
          <a:xfrm>
            <a:off x="645408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Google Shape;282;p30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Google Shape;283;p30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31176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body"/>
          </p:nvPr>
        </p:nvSpPr>
        <p:spPr>
          <a:xfrm>
            <a:off x="4832280" y="1152360"/>
            <a:ext cx="3999600" cy="341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F1E74B7-0657-4BA3-B16B-5CABF4B3DA4F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87;p31"/>
          <p:cNvGrpSpPr/>
          <p:nvPr/>
        </p:nvGrpSpPr>
        <p:grpSpPr>
          <a:xfrm>
            <a:off x="360" y="656640"/>
            <a:ext cx="9143280" cy="4268160"/>
            <a:chOff x="360" y="656640"/>
            <a:chExt cx="9143280" cy="4268160"/>
          </a:xfrm>
        </p:grpSpPr>
        <p:sp>
          <p:nvSpPr>
            <p:cNvPr id="203" name="Google Shape;288;p31"/>
            <p:cNvSpPr/>
            <p:nvPr/>
          </p:nvSpPr>
          <p:spPr>
            <a:xfrm flipH="1" rot="16200000">
              <a:off x="1202400" y="1549080"/>
              <a:ext cx="4267800" cy="248292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" name="Google Shape;289;p31"/>
            <p:cNvSpPr/>
            <p:nvPr/>
          </p:nvSpPr>
          <p:spPr>
            <a:xfrm rot="5400000">
              <a:off x="-892080" y="1548720"/>
              <a:ext cx="4267800" cy="248292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" name="Google Shape;290;p31"/>
            <p:cNvSpPr/>
            <p:nvPr/>
          </p:nvSpPr>
          <p:spPr>
            <a:xfrm flipH="1" rot="5400000">
              <a:off x="3672720" y="1549440"/>
              <a:ext cx="4267800" cy="248292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" name="Google Shape;291;p31"/>
            <p:cNvSpPr/>
            <p:nvPr/>
          </p:nvSpPr>
          <p:spPr>
            <a:xfrm rot="16200000">
              <a:off x="5768280" y="1549440"/>
              <a:ext cx="4267800" cy="2482920"/>
            </a:xfrm>
            <a:prstGeom prst="round2Diag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07" name="Google Shape;292;p31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sldNum" idx="23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1485A1E-E254-4859-A6CB-1F4F183C149D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209" name="Google Shape;294;p31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210" name="PlaceHolder 2"/>
          <p:cNvSpPr>
            <a:spLocks noGrp="1"/>
          </p:cNvSpPr>
          <p:nvPr>
            <p:ph type="title"/>
          </p:nvPr>
        </p:nvSpPr>
        <p:spPr>
          <a:xfrm>
            <a:off x="420480" y="2504160"/>
            <a:ext cx="373068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title"/>
          </p:nvPr>
        </p:nvSpPr>
        <p:spPr>
          <a:xfrm>
            <a:off x="5676120" y="176832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5676120" y="209448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 type="title"/>
          </p:nvPr>
        </p:nvSpPr>
        <p:spPr>
          <a:xfrm>
            <a:off x="5676120" y="31482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6"/>
          <p:cNvSpPr>
            <a:spLocks noGrp="1"/>
          </p:cNvSpPr>
          <p:nvPr>
            <p:ph type="body"/>
          </p:nvPr>
        </p:nvSpPr>
        <p:spPr>
          <a:xfrm>
            <a:off x="5676120" y="34743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Google Shape;300;p31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Google Shape;301;p31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oogle Shape;305;p32"/>
          <p:cNvGrpSpPr/>
          <p:nvPr/>
        </p:nvGrpSpPr>
        <p:grpSpPr>
          <a:xfrm>
            <a:off x="0" y="650160"/>
            <a:ext cx="9143640" cy="4267800"/>
            <a:chOff x="0" y="650160"/>
            <a:chExt cx="9143640" cy="4267800"/>
          </a:xfrm>
        </p:grpSpPr>
        <p:sp>
          <p:nvSpPr>
            <p:cNvPr id="218" name="Google Shape;306;p32"/>
            <p:cNvSpPr/>
            <p:nvPr/>
          </p:nvSpPr>
          <p:spPr>
            <a:xfrm>
              <a:off x="0" y="650160"/>
              <a:ext cx="3068280" cy="4267800"/>
            </a:xfrm>
            <a:prstGeom prst="plaque">
              <a:avLst>
                <a:gd name="adj" fmla="val 21361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19" name="Google Shape;307;p32"/>
            <p:cNvSpPr/>
            <p:nvPr/>
          </p:nvSpPr>
          <p:spPr>
            <a:xfrm>
              <a:off x="3037680" y="650160"/>
              <a:ext cx="3068280" cy="4267800"/>
            </a:xfrm>
            <a:prstGeom prst="plaque">
              <a:avLst>
                <a:gd name="adj" fmla="val 21361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20" name="Google Shape;308;p32"/>
            <p:cNvSpPr/>
            <p:nvPr/>
          </p:nvSpPr>
          <p:spPr>
            <a:xfrm>
              <a:off x="6075360" y="650160"/>
              <a:ext cx="3068280" cy="4267800"/>
            </a:xfrm>
            <a:prstGeom prst="plaque">
              <a:avLst>
                <a:gd name="adj" fmla="val 21361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21" name="Google Shape;309;p32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1"/>
          <p:cNvSpPr>
            <a:spLocks noGrp="1"/>
          </p:cNvSpPr>
          <p:nvPr>
            <p:ph type="sldNum" idx="24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EC47953-C158-483B-948A-617E0DF06785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223" name="Google Shape;311;p32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224" name="Google Shape;312;p32"/>
          <p:cNvSpPr/>
          <p:nvPr/>
        </p:nvSpPr>
        <p:spPr>
          <a:xfrm>
            <a:off x="0" y="0"/>
            <a:ext cx="29995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title"/>
          </p:nvPr>
        </p:nvSpPr>
        <p:spPr>
          <a:xfrm>
            <a:off x="434880" y="2593800"/>
            <a:ext cx="2325240" cy="39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26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title"/>
          </p:nvPr>
        </p:nvSpPr>
        <p:spPr>
          <a:xfrm>
            <a:off x="341100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body"/>
          </p:nvPr>
        </p:nvSpPr>
        <p:spPr>
          <a:xfrm>
            <a:off x="341100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title"/>
          </p:nvPr>
        </p:nvSpPr>
        <p:spPr>
          <a:xfrm>
            <a:off x="6454080" y="228060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6"/>
          <p:cNvSpPr>
            <a:spLocks noGrp="1"/>
          </p:cNvSpPr>
          <p:nvPr>
            <p:ph type="body"/>
          </p:nvPr>
        </p:nvSpPr>
        <p:spPr>
          <a:xfrm>
            <a:off x="6454080" y="260676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Shape;318;p32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Google Shape;319;p32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oogle Shape;323;p33"/>
          <p:cNvGrpSpPr/>
          <p:nvPr/>
        </p:nvGrpSpPr>
        <p:grpSpPr>
          <a:xfrm>
            <a:off x="0" y="1477440"/>
            <a:ext cx="9145080" cy="3446640"/>
            <a:chOff x="0" y="1477440"/>
            <a:chExt cx="9145080" cy="3446640"/>
          </a:xfrm>
        </p:grpSpPr>
        <p:sp>
          <p:nvSpPr>
            <p:cNvPr id="233" name="Google Shape;324;p33"/>
            <p:cNvSpPr/>
            <p:nvPr/>
          </p:nvSpPr>
          <p:spPr>
            <a:xfrm>
              <a:off x="0" y="319536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4" name="Google Shape;325;p33"/>
            <p:cNvSpPr/>
            <p:nvPr/>
          </p:nvSpPr>
          <p:spPr>
            <a:xfrm>
              <a:off x="0" y="147744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5" name="Google Shape;326;p33"/>
            <p:cNvSpPr/>
            <p:nvPr/>
          </p:nvSpPr>
          <p:spPr>
            <a:xfrm>
              <a:off x="6097320" y="319536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6" name="Google Shape;327;p33"/>
            <p:cNvSpPr/>
            <p:nvPr/>
          </p:nvSpPr>
          <p:spPr>
            <a:xfrm>
              <a:off x="6097320" y="147744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7" name="Google Shape;328;p33"/>
            <p:cNvSpPr/>
            <p:nvPr/>
          </p:nvSpPr>
          <p:spPr>
            <a:xfrm>
              <a:off x="3048120" y="319536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38" name="Google Shape;329;p33"/>
            <p:cNvSpPr/>
            <p:nvPr/>
          </p:nvSpPr>
          <p:spPr>
            <a:xfrm>
              <a:off x="3048120" y="1477440"/>
              <a:ext cx="3047760" cy="1728720"/>
            </a:xfrm>
            <a:prstGeom prst="flowChartPreparation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39" name="Google Shape;330;p33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1"/>
          <p:cNvSpPr>
            <a:spLocks noGrp="1"/>
          </p:cNvSpPr>
          <p:nvPr>
            <p:ph type="sldNum" idx="25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C476741D-71D9-4F5A-BC23-926FCD4FF947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241" name="Google Shape;332;p33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242" name="PlaceHolder 2"/>
          <p:cNvSpPr>
            <a:spLocks noGrp="1"/>
          </p:cNvSpPr>
          <p:nvPr>
            <p:ph type="title"/>
          </p:nvPr>
        </p:nvSpPr>
        <p:spPr>
          <a:xfrm>
            <a:off x="437400" y="768240"/>
            <a:ext cx="826920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title"/>
          </p:nvPr>
        </p:nvSpPr>
        <p:spPr>
          <a:xfrm>
            <a:off x="3409920" y="20264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4"/>
          <p:cNvSpPr>
            <a:spLocks noGrp="1"/>
          </p:cNvSpPr>
          <p:nvPr>
            <p:ph type="body"/>
          </p:nvPr>
        </p:nvSpPr>
        <p:spPr>
          <a:xfrm>
            <a:off x="3409920" y="235260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5"/>
          <p:cNvSpPr>
            <a:spLocks noGrp="1"/>
          </p:cNvSpPr>
          <p:nvPr>
            <p:ph type="title"/>
          </p:nvPr>
        </p:nvSpPr>
        <p:spPr>
          <a:xfrm>
            <a:off x="362520" y="20264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6"/>
          <p:cNvSpPr>
            <a:spLocks noGrp="1"/>
          </p:cNvSpPr>
          <p:nvPr>
            <p:ph type="body"/>
          </p:nvPr>
        </p:nvSpPr>
        <p:spPr>
          <a:xfrm>
            <a:off x="362520" y="235260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7"/>
          <p:cNvSpPr>
            <a:spLocks noGrp="1"/>
          </p:cNvSpPr>
          <p:nvPr>
            <p:ph type="title"/>
          </p:nvPr>
        </p:nvSpPr>
        <p:spPr>
          <a:xfrm>
            <a:off x="6457320" y="20264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8"/>
          <p:cNvSpPr>
            <a:spLocks noGrp="1"/>
          </p:cNvSpPr>
          <p:nvPr>
            <p:ph type="body"/>
          </p:nvPr>
        </p:nvSpPr>
        <p:spPr>
          <a:xfrm>
            <a:off x="6457320" y="235260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9"/>
          <p:cNvSpPr>
            <a:spLocks noGrp="1"/>
          </p:cNvSpPr>
          <p:nvPr>
            <p:ph type="title"/>
          </p:nvPr>
        </p:nvSpPr>
        <p:spPr>
          <a:xfrm>
            <a:off x="362520" y="37108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10"/>
          <p:cNvSpPr>
            <a:spLocks noGrp="1"/>
          </p:cNvSpPr>
          <p:nvPr>
            <p:ph type="body"/>
          </p:nvPr>
        </p:nvSpPr>
        <p:spPr>
          <a:xfrm>
            <a:off x="362520" y="403704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11"/>
          <p:cNvSpPr>
            <a:spLocks noGrp="1"/>
          </p:cNvSpPr>
          <p:nvPr>
            <p:ph type="title"/>
          </p:nvPr>
        </p:nvSpPr>
        <p:spPr>
          <a:xfrm>
            <a:off x="3409200" y="37108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12"/>
          <p:cNvSpPr>
            <a:spLocks noGrp="1"/>
          </p:cNvSpPr>
          <p:nvPr>
            <p:ph type="body"/>
          </p:nvPr>
        </p:nvSpPr>
        <p:spPr>
          <a:xfrm>
            <a:off x="3409200" y="403704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13"/>
          <p:cNvSpPr>
            <a:spLocks noGrp="1"/>
          </p:cNvSpPr>
          <p:nvPr>
            <p:ph type="title"/>
          </p:nvPr>
        </p:nvSpPr>
        <p:spPr>
          <a:xfrm>
            <a:off x="6381000" y="371088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3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14"/>
          <p:cNvSpPr>
            <a:spLocks noGrp="1"/>
          </p:cNvSpPr>
          <p:nvPr>
            <p:ph type="body"/>
          </p:nvPr>
        </p:nvSpPr>
        <p:spPr>
          <a:xfrm>
            <a:off x="6381000" y="4037040"/>
            <a:ext cx="2325240" cy="999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1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Google Shape;346;p33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Google Shape;347;p33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351;p34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sldNum" idx="26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4549D366-DC61-4C64-BEE3-B906DE8BE403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259" name="Google Shape;353;p34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260" name="Google Shape;354;p34"/>
          <p:cNvSpPr/>
          <p:nvPr/>
        </p:nvSpPr>
        <p:spPr>
          <a:xfrm>
            <a:off x="0" y="656640"/>
            <a:ext cx="9144000" cy="4267800"/>
          </a:xfrm>
          <a:prstGeom prst="ellipse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title"/>
          </p:nvPr>
        </p:nvSpPr>
        <p:spPr>
          <a:xfrm>
            <a:off x="1313280" y="2109240"/>
            <a:ext cx="651708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7995"/>
          </a:bodyPr>
          <a:p>
            <a:pPr indent="0">
              <a:buNone/>
            </a:pPr>
            <a:r>
              <a:rPr b="0" lang="en-GB" sz="5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5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Google Shape;356;p34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Google Shape;357;p34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oogle Shape;361;p35"/>
          <p:cNvGrpSpPr/>
          <p:nvPr/>
        </p:nvGrpSpPr>
        <p:grpSpPr>
          <a:xfrm>
            <a:off x="-1080" y="656640"/>
            <a:ext cx="9145800" cy="4267800"/>
            <a:chOff x="-1080" y="656640"/>
            <a:chExt cx="9145800" cy="4267800"/>
          </a:xfrm>
        </p:grpSpPr>
        <p:sp>
          <p:nvSpPr>
            <p:cNvPr id="265" name="Google Shape;362;p35"/>
            <p:cNvSpPr/>
            <p:nvPr/>
          </p:nvSpPr>
          <p:spPr>
            <a:xfrm>
              <a:off x="-108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6" name="Google Shape;363;p35"/>
            <p:cNvSpPr/>
            <p:nvPr/>
          </p:nvSpPr>
          <p:spPr>
            <a:xfrm>
              <a:off x="180648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7" name="Google Shape;364;p35"/>
            <p:cNvSpPr/>
            <p:nvPr/>
          </p:nvSpPr>
          <p:spPr>
            <a:xfrm>
              <a:off x="361404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8" name="Google Shape;365;p35"/>
            <p:cNvSpPr/>
            <p:nvPr/>
          </p:nvSpPr>
          <p:spPr>
            <a:xfrm>
              <a:off x="542124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9" name="Google Shape;366;p35"/>
            <p:cNvSpPr/>
            <p:nvPr/>
          </p:nvSpPr>
          <p:spPr>
            <a:xfrm>
              <a:off x="722880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70" name="PlaceHolder 1"/>
          <p:cNvSpPr>
            <a:spLocks noGrp="1"/>
          </p:cNvSpPr>
          <p:nvPr>
            <p:ph type="body"/>
          </p:nvPr>
        </p:nvSpPr>
        <p:spPr>
          <a:xfrm>
            <a:off x="351360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351360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body"/>
          </p:nvPr>
        </p:nvSpPr>
        <p:spPr>
          <a:xfrm>
            <a:off x="932400" y="2487240"/>
            <a:ext cx="7278840" cy="64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66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4"/>
          <p:cNvSpPr>
            <a:spLocks noGrp="1"/>
          </p:cNvSpPr>
          <p:nvPr>
            <p:ph type="body"/>
          </p:nvPr>
        </p:nvSpPr>
        <p:spPr>
          <a:xfrm>
            <a:off x="609516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5"/>
          <p:cNvSpPr>
            <a:spLocks noGrp="1"/>
          </p:cNvSpPr>
          <p:nvPr>
            <p:ph type="body"/>
          </p:nvPr>
        </p:nvSpPr>
        <p:spPr>
          <a:xfrm>
            <a:off x="609516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6"/>
          <p:cNvSpPr>
            <a:spLocks noGrp="1"/>
          </p:cNvSpPr>
          <p:nvPr>
            <p:ph type="title"/>
          </p:nvPr>
        </p:nvSpPr>
        <p:spPr>
          <a:xfrm>
            <a:off x="932400" y="1635120"/>
            <a:ext cx="72788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7"/>
          <p:cNvSpPr>
            <a:spLocks noGrp="1"/>
          </p:cNvSpPr>
          <p:nvPr>
            <p:ph type="body"/>
          </p:nvPr>
        </p:nvSpPr>
        <p:spPr>
          <a:xfrm>
            <a:off x="93240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8"/>
          <p:cNvSpPr>
            <a:spLocks noGrp="1"/>
          </p:cNvSpPr>
          <p:nvPr>
            <p:ph type="body"/>
          </p:nvPr>
        </p:nvSpPr>
        <p:spPr>
          <a:xfrm>
            <a:off x="93240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Google Shape;375;p35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9"/>
          <p:cNvSpPr>
            <a:spLocks noGrp="1"/>
          </p:cNvSpPr>
          <p:nvPr>
            <p:ph type="sldNum" idx="27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FFBE1040-5064-49DB-B994-042214FEC55E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Google Shape;377;p35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Google Shape;378;p35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2" name="Google Shape;379;p35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3" name="Google Shape;383;p36"/>
          <p:cNvGrpSpPr/>
          <p:nvPr/>
        </p:nvGrpSpPr>
        <p:grpSpPr>
          <a:xfrm>
            <a:off x="-1080" y="656640"/>
            <a:ext cx="9145800" cy="4267800"/>
            <a:chOff x="-1080" y="656640"/>
            <a:chExt cx="9145800" cy="4267800"/>
          </a:xfrm>
        </p:grpSpPr>
        <p:sp>
          <p:nvSpPr>
            <p:cNvPr id="284" name="Google Shape;384;p36"/>
            <p:cNvSpPr/>
            <p:nvPr/>
          </p:nvSpPr>
          <p:spPr>
            <a:xfrm>
              <a:off x="-108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5" name="Google Shape;385;p36"/>
            <p:cNvSpPr/>
            <p:nvPr/>
          </p:nvSpPr>
          <p:spPr>
            <a:xfrm>
              <a:off x="180648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6" name="Google Shape;386;p36"/>
            <p:cNvSpPr/>
            <p:nvPr/>
          </p:nvSpPr>
          <p:spPr>
            <a:xfrm>
              <a:off x="361404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7" name="Google Shape;387;p36"/>
            <p:cNvSpPr/>
            <p:nvPr/>
          </p:nvSpPr>
          <p:spPr>
            <a:xfrm>
              <a:off x="542124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8" name="Google Shape;388;p36"/>
            <p:cNvSpPr/>
            <p:nvPr/>
          </p:nvSpPr>
          <p:spPr>
            <a:xfrm>
              <a:off x="7228800" y="656640"/>
              <a:ext cx="1915920" cy="4267800"/>
            </a:xfrm>
            <a:prstGeom prst="roundRect">
              <a:avLst>
                <a:gd name="adj" fmla="val 50000"/>
              </a:avLst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89" name="Google Shape;389;p36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1"/>
          <p:cNvSpPr>
            <a:spLocks noGrp="1"/>
          </p:cNvSpPr>
          <p:nvPr>
            <p:ph type="sldNum" idx="28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A7D9EE7D-AED5-42D2-B262-89969D807487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291" name="Google Shape;391;p36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292" name="PlaceHolder 2"/>
          <p:cNvSpPr>
            <a:spLocks noGrp="1"/>
          </p:cNvSpPr>
          <p:nvPr>
            <p:ph type="title"/>
          </p:nvPr>
        </p:nvSpPr>
        <p:spPr>
          <a:xfrm>
            <a:off x="1313280" y="2109240"/>
            <a:ext cx="651708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7995"/>
          </a:bodyPr>
          <a:p>
            <a:pPr indent="0">
              <a:buNone/>
            </a:pPr>
            <a:r>
              <a:rPr b="0" lang="en-GB" sz="5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5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Google Shape;393;p36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Google Shape;394;p36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5" name="Google Shape;398;p37"/>
          <p:cNvGrpSpPr/>
          <p:nvPr/>
        </p:nvGrpSpPr>
        <p:grpSpPr>
          <a:xfrm>
            <a:off x="0" y="657000"/>
            <a:ext cx="9143640" cy="4267800"/>
            <a:chOff x="0" y="657000"/>
            <a:chExt cx="9143640" cy="4267800"/>
          </a:xfrm>
        </p:grpSpPr>
        <p:sp>
          <p:nvSpPr>
            <p:cNvPr id="296" name="Google Shape;399;p37"/>
            <p:cNvSpPr/>
            <p:nvPr/>
          </p:nvSpPr>
          <p:spPr>
            <a:xfrm rot="16200000">
              <a:off x="-1105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" name="Google Shape;400;p37"/>
            <p:cNvSpPr/>
            <p:nvPr/>
          </p:nvSpPr>
          <p:spPr>
            <a:xfrm rot="16200000">
              <a:off x="24379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8" name="Google Shape;401;p37"/>
            <p:cNvSpPr/>
            <p:nvPr/>
          </p:nvSpPr>
          <p:spPr>
            <a:xfrm rot="16200000">
              <a:off x="49867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299" name="PlaceHolder 1"/>
          <p:cNvSpPr>
            <a:spLocks noGrp="1"/>
          </p:cNvSpPr>
          <p:nvPr>
            <p:ph type="body"/>
          </p:nvPr>
        </p:nvSpPr>
        <p:spPr>
          <a:xfrm>
            <a:off x="932400" y="2487240"/>
            <a:ext cx="7278840" cy="64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2667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title"/>
          </p:nvPr>
        </p:nvSpPr>
        <p:spPr>
          <a:xfrm>
            <a:off x="932400" y="1635120"/>
            <a:ext cx="727884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93240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93240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351360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6"/>
          <p:cNvSpPr>
            <a:spLocks noGrp="1"/>
          </p:cNvSpPr>
          <p:nvPr>
            <p:ph type="body"/>
          </p:nvPr>
        </p:nvSpPr>
        <p:spPr>
          <a:xfrm>
            <a:off x="351360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7"/>
          <p:cNvSpPr>
            <a:spLocks noGrp="1"/>
          </p:cNvSpPr>
          <p:nvPr>
            <p:ph type="body"/>
          </p:nvPr>
        </p:nvSpPr>
        <p:spPr>
          <a:xfrm>
            <a:off x="6095160" y="32702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8"/>
          <p:cNvSpPr>
            <a:spLocks noGrp="1"/>
          </p:cNvSpPr>
          <p:nvPr>
            <p:ph type="body"/>
          </p:nvPr>
        </p:nvSpPr>
        <p:spPr>
          <a:xfrm>
            <a:off x="6095160" y="3502440"/>
            <a:ext cx="2116080" cy="22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410;p37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9"/>
          <p:cNvSpPr>
            <a:spLocks noGrp="1"/>
          </p:cNvSpPr>
          <p:nvPr>
            <p:ph type="sldNum" idx="29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11FFEA4-0998-4EE3-8A22-AC49ECD162C9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Google Shape;412;p37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Google Shape;413;p37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1" name="Google Shape;414;p37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2" name="Google Shape;418;p38"/>
          <p:cNvGrpSpPr/>
          <p:nvPr/>
        </p:nvGrpSpPr>
        <p:grpSpPr>
          <a:xfrm>
            <a:off x="0" y="657000"/>
            <a:ext cx="9143640" cy="4267800"/>
            <a:chOff x="0" y="657000"/>
            <a:chExt cx="9143640" cy="4267800"/>
          </a:xfrm>
        </p:grpSpPr>
        <p:sp>
          <p:nvSpPr>
            <p:cNvPr id="313" name="Google Shape;419;p38"/>
            <p:cNvSpPr/>
            <p:nvPr/>
          </p:nvSpPr>
          <p:spPr>
            <a:xfrm rot="16200000">
              <a:off x="-1105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4" name="Google Shape;420;p38"/>
            <p:cNvSpPr/>
            <p:nvPr/>
          </p:nvSpPr>
          <p:spPr>
            <a:xfrm rot="16200000">
              <a:off x="24379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5" name="Google Shape;421;p38"/>
            <p:cNvSpPr/>
            <p:nvPr/>
          </p:nvSpPr>
          <p:spPr>
            <a:xfrm rot="16200000">
              <a:off x="4986720" y="767880"/>
              <a:ext cx="4267800" cy="4046040"/>
            </a:xfrm>
            <a:prstGeom prst="ellipse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16" name="Google Shape;422;p38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1"/>
          <p:cNvSpPr>
            <a:spLocks noGrp="1"/>
          </p:cNvSpPr>
          <p:nvPr>
            <p:ph type="sldNum" idx="30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63CEB477-12BA-40A1-AC09-FCEFBB5B5F92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318" name="Google Shape;424;p38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319" name="PlaceHolder 2"/>
          <p:cNvSpPr>
            <a:spLocks noGrp="1"/>
          </p:cNvSpPr>
          <p:nvPr>
            <p:ph type="title"/>
          </p:nvPr>
        </p:nvSpPr>
        <p:spPr>
          <a:xfrm>
            <a:off x="1313280" y="2109240"/>
            <a:ext cx="651708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77995"/>
          </a:bodyPr>
          <a:p>
            <a:pPr indent="0">
              <a:buNone/>
            </a:pPr>
            <a:r>
              <a:rPr b="0" lang="en-GB" sz="5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5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Google Shape;426;p38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Google Shape;427;p38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431;p39"/>
          <p:cNvSpPr/>
          <p:nvPr/>
        </p:nvSpPr>
        <p:spPr>
          <a:xfrm>
            <a:off x="110880" y="113400"/>
            <a:ext cx="79452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1"/>
          <p:cNvSpPr>
            <a:spLocks noGrp="1"/>
          </p:cNvSpPr>
          <p:nvPr>
            <p:ph type="sldNum" idx="31"/>
          </p:nvPr>
        </p:nvSpPr>
        <p:spPr>
          <a:xfrm>
            <a:off x="143640" y="102600"/>
            <a:ext cx="548280" cy="24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59CBC4FE-D8A8-4EAA-A540-21776024B2BA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324" name="Google Shape;433;p39"/>
          <p:cNvCxnSpPr/>
          <p:nvPr/>
        </p:nvCxnSpPr>
        <p:spPr>
          <a:xfrm>
            <a:off x="110880" y="443880"/>
            <a:ext cx="8922240" cy="360"/>
          </a:xfrm>
          <a:prstGeom prst="straightConnector1">
            <a:avLst/>
          </a:prstGeom>
          <a:ln w="9525">
            <a:solidFill>
              <a:srgbClr val="f4f3f0"/>
            </a:solidFill>
            <a:round/>
          </a:ln>
        </p:spPr>
      </p:cxnSp>
      <p:sp>
        <p:nvSpPr>
          <p:cNvPr id="325" name="Google Shape;434;p39"/>
          <p:cNvSpPr/>
          <p:nvPr/>
        </p:nvSpPr>
        <p:spPr>
          <a:xfrm>
            <a:off x="744372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Google Shape;435;p39"/>
          <p:cNvSpPr/>
          <p:nvPr/>
        </p:nvSpPr>
        <p:spPr>
          <a:xfrm>
            <a:off x="5776560" y="113400"/>
            <a:ext cx="1589040" cy="226440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79920" bIns="7992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311760" y="44496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35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ldNum" idx="32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ED7F4E1-AAA2-45FD-8B12-6DEDEB0D5679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311760" y="555480"/>
            <a:ext cx="2807640" cy="75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311760" y="1389600"/>
            <a:ext cx="2807640" cy="31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33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B5B04644-A5EA-4F94-ADA8-2DF117ECCD92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90320" y="450000"/>
            <a:ext cx="6367320" cy="409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buNone/>
            </a:pPr>
            <a:r>
              <a:rPr b="0" lang="en-GB" sz="4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 type="sldNum" idx="34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72AD06EE-C171-4814-8E65-2B61F4C2D759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2;p8"/>
          <p:cNvSpPr/>
          <p:nvPr/>
        </p:nvSpPr>
        <p:spPr>
          <a:xfrm>
            <a:off x="457200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GB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265680" y="1233000"/>
            <a:ext cx="4044960" cy="1482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>
              <a:buNone/>
            </a:pPr>
            <a:r>
              <a:rPr b="0" lang="en-GB" sz="4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4939560" y="723960"/>
            <a:ext cx="3836520" cy="369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35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13AD9515-0DE8-48EA-ADFD-8D3EB0211EC2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body"/>
          </p:nvPr>
        </p:nvSpPr>
        <p:spPr>
          <a:xfrm>
            <a:off x="311760" y="4230720"/>
            <a:ext cx="5998320" cy="60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 type="sldNum" idx="36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E637C4E8-37F8-468E-A0C9-F7A8FF97D209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311760" y="1106280"/>
            <a:ext cx="8520120" cy="196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>
              <a:lnSpc>
                <a:spcPct val="85000"/>
              </a:lnSpc>
              <a:buNone/>
            </a:pPr>
            <a:r>
              <a:rPr b="1" lang="en-GB" sz="12000" spc="-1" strike="noStrike">
                <a:solidFill>
                  <a:schemeClr val="dk1"/>
                </a:solidFill>
                <a:latin typeface="Figtree"/>
                <a:ea typeface="Figtree"/>
              </a:rPr>
              <a:t>xx%</a:t>
            </a:r>
            <a:endParaRPr b="0" lang="en-GB" sz="1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311760" y="3152160"/>
            <a:ext cx="852012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5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37"/>
          </p:nvPr>
        </p:nvSpPr>
        <p:spPr>
          <a:xfrm>
            <a:off x="8472600" y="466308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fld id="{2627B95C-F5A5-4989-9C3F-5F7938D53CA6}" type="slidenum">
              <a:rPr b="0" lang="en" sz="1000" spc="-1" strike="noStrike">
                <a:solidFill>
                  <a:schemeClr val="dk1"/>
                </a:solidFill>
                <a:latin typeface="Figtree SemiBold"/>
                <a:ea typeface="Figtree SemiBold"/>
              </a:rPr>
              <a:t>&lt;number&gt;</a:t>
            </a:fld>
            <a:endParaRPr b="0" lang="en-GB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434880" y="2593800"/>
            <a:ext cx="2325240" cy="393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600" spc="-1" strike="noStrike">
                <a:solidFill>
                  <a:schemeClr val="dk1"/>
                </a:solidFill>
                <a:latin typeface="Figtree"/>
                <a:ea typeface="Figtree"/>
              </a:rPr>
              <a:t>EB Programs Optimization Case Study</a:t>
            </a:r>
            <a:endParaRPr b="0" lang="en-GB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title"/>
          </p:nvPr>
        </p:nvSpPr>
        <p:spPr>
          <a:xfrm>
            <a:off x="3409200" y="2710440"/>
            <a:ext cx="2325240" cy="1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marL="914400" indent="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en" sz="1300" spc="-1" strike="noStrike">
                <a:solidFill>
                  <a:schemeClr val="dk1"/>
                </a:solidFill>
                <a:latin typeface="Figtree ExtraBold"/>
                <a:ea typeface="Figtree ExtraBold"/>
              </a:rPr>
              <a:t>By</a:t>
            </a:r>
            <a:endParaRPr b="0" lang="en-GB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/>
          </p:nvPr>
        </p:nvSpPr>
        <p:spPr>
          <a:xfrm>
            <a:off x="6501240" y="2233080"/>
            <a:ext cx="2325240" cy="67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1" lang="en" sz="2300" spc="-1" strike="noStrike">
                <a:solidFill>
                  <a:schemeClr val="dk1"/>
                </a:solidFill>
                <a:latin typeface="Figtree"/>
                <a:ea typeface="Figtree"/>
              </a:rPr>
              <a:t>Kefa Thomas</a:t>
            </a:r>
            <a:endParaRPr b="0" lang="en-GB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2289960" y="69228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3500" spc="-1" strike="noStrike">
                <a:solidFill>
                  <a:schemeClr val="dk1"/>
                </a:solidFill>
                <a:latin typeface="Figtree"/>
                <a:ea typeface="Figtree"/>
              </a:rPr>
              <a:t>Agenda</a:t>
            </a:r>
            <a:endParaRPr b="0" lang="en-GB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2533320" y="1341720"/>
            <a:ext cx="6166800" cy="352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Current Operations 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Key Bottlenecks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Data Insights (Customers &amp; Operations)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Risk &amp; Budget 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Strategic Initiatives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Project Management Roadmap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-355680">
              <a:lnSpc>
                <a:spcPct val="150000"/>
              </a:lnSpc>
              <a:buClr>
                <a:srgbClr val="000000"/>
              </a:buClr>
              <a:buFont typeface="Figtree"/>
              <a:buAutoNum type="arabicPeriod"/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Recommendations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455;p42"/>
          <p:cNvSpPr/>
          <p:nvPr/>
        </p:nvSpPr>
        <p:spPr>
          <a:xfrm>
            <a:off x="4572000" y="635040"/>
            <a:ext cx="4571640" cy="4289040"/>
          </a:xfrm>
          <a:prstGeom prst="roundRect">
            <a:avLst>
              <a:gd name="adj" fmla="val 16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01400" y="1011600"/>
            <a:ext cx="3648960" cy="63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Current Operations Overview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01400" y="1952280"/>
            <a:ext cx="3996360" cy="1654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Delivery Efficiency =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North highest, South lowest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Avg Installation Time =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8 days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Maintenance Requests increasing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(esp. North/West)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313200" y="1272240"/>
            <a:ext cx="3741120" cy="55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Delivery &amp; Installation Delays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69840" y="2397600"/>
            <a:ext cx="436248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800" spc="-1" strike="noStrike">
                <a:solidFill>
                  <a:schemeClr val="dk1"/>
                </a:solidFill>
                <a:latin typeface="Figtree"/>
                <a:ea typeface="Figtree"/>
              </a:rPr>
              <a:t>South region has the worst delivery delays; West has highest installation delays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55" name="Google Shape;464;p43"/>
          <p:cNvCxnSpPr/>
          <p:nvPr/>
        </p:nvCxnSpPr>
        <p:spPr>
          <a:xfrm flipH="1" flipV="1" rot="5400000">
            <a:off x="5196960" y="1689120"/>
            <a:ext cx="938520" cy="695520"/>
          </a:xfrm>
          <a:prstGeom prst="curvedConnector3">
            <a:avLst>
              <a:gd name="adj1" fmla="val 25019"/>
            </a:avLst>
          </a:prstGeom>
          <a:ln w="9525">
            <a:solidFill>
              <a:srgbClr val="ffc700"/>
            </a:solidFill>
            <a:round/>
          </a:ln>
        </p:spPr>
      </p:cxnSp>
      <p:pic>
        <p:nvPicPr>
          <p:cNvPr id="356" name="Google Shape;465;p43" descr=""/>
          <p:cNvPicPr/>
          <p:nvPr/>
        </p:nvPicPr>
        <p:blipFill>
          <a:blip r:embed="rId1"/>
          <a:stretch/>
        </p:blipFill>
        <p:spPr>
          <a:xfrm>
            <a:off x="4572000" y="397440"/>
            <a:ext cx="4571640" cy="4745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75640" y="12621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Customer Segment Risk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180000" y="2516760"/>
            <a:ext cx="408492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Premium kit + younger customers show higher default rates.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Google Shape;472;p44" descr=""/>
          <p:cNvPicPr/>
          <p:nvPr/>
        </p:nvPicPr>
        <p:blipFill>
          <a:blip r:embed="rId1"/>
          <a:stretch/>
        </p:blipFill>
        <p:spPr>
          <a:xfrm>
            <a:off x="4509360" y="397440"/>
            <a:ext cx="4481640" cy="4745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639360" y="12729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Maintenance Forecast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702720" y="2571840"/>
            <a:ext cx="329292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North &amp; West regions need preventive maintenance resources.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2" name="Google Shape;479;p45" descr=""/>
          <p:cNvPicPr/>
          <p:nvPr/>
        </p:nvPicPr>
        <p:blipFill>
          <a:blip r:embed="rId1"/>
          <a:stretch/>
        </p:blipFill>
        <p:spPr>
          <a:xfrm>
            <a:off x="4572000" y="446760"/>
            <a:ext cx="4571640" cy="469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501840" y="25347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Strategic Initiatives(1/2)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2"/>
          <p:cNvSpPr>
            <a:spLocks noGrp="1"/>
          </p:cNvSpPr>
          <p:nvPr>
            <p:ph/>
          </p:nvPr>
        </p:nvSpPr>
        <p:spPr>
          <a:xfrm>
            <a:off x="4572000" y="449640"/>
            <a:ext cx="4571640" cy="469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Logistics Optimization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Improve delivery routing &amp; partnerships.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Targeted Credit Screening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Focus on high-risk customer segments.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Predictive Maintenance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AI-based early detection to reduce breakdowns.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49800" y="257184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Strategic Initiatives (2/2)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4941000" y="468000"/>
            <a:ext cx="4092120" cy="433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Alignment with Sun King goals: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Lower costs by reducing delays.</a:t>
            </a:r>
            <a:br>
              <a:rPr sz="1500"/>
            </a:br>
            <a:r>
              <a:rPr b="0" lang="en" sz="1500" spc="-1" strike="noStrike">
                <a:solidFill>
                  <a:schemeClr val="dk1"/>
                </a:solidFill>
                <a:latin typeface="Figtree"/>
              </a:rPr>
              <a:t> 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Increase repayment reliability.</a:t>
            </a:r>
            <a:br>
              <a:rPr sz="1500"/>
            </a:br>
            <a:r>
              <a:rPr b="0" lang="en" sz="1500" spc="-1" strike="noStrike">
                <a:solidFill>
                  <a:schemeClr val="dk1"/>
                </a:solidFill>
                <a:latin typeface="Figtree"/>
              </a:rPr>
              <a:t> 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Enhance customer satisfaction.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547920" y="2571840"/>
            <a:ext cx="36241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Roadmap for Implementation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/>
          </p:nvPr>
        </p:nvSpPr>
        <p:spPr>
          <a:xfrm>
            <a:off x="4615200" y="1176840"/>
            <a:ext cx="4010760" cy="324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Q1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Launch logistics pilot in South region.</a:t>
            </a:r>
            <a:br>
              <a:rPr sz="1100"/>
            </a:b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Q2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Roll out credit-risk tools.</a:t>
            </a:r>
            <a:br>
              <a:rPr sz="1100"/>
            </a:b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Q3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→ Deploy predictive maintenance in West &amp; North.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Risk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/>
          </p:nvPr>
        </p:nvSpPr>
        <p:spPr>
          <a:xfrm>
            <a:off x="4941000" y="1694520"/>
            <a:ext cx="3292920" cy="215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324000">
              <a:lnSpc>
                <a:spcPct val="100000"/>
              </a:lnSpc>
              <a:buClr>
                <a:srgbClr val="000000"/>
              </a:buClr>
              <a:buFont typeface="Figtree"/>
              <a:buChar char="●"/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Supply chain disruptions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-3240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Rising installation labor costs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marL="457200" indent="-32400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Customer defaults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Google Shape;504;p49"/>
          <p:cNvSpPr/>
          <p:nvPr/>
        </p:nvSpPr>
        <p:spPr>
          <a:xfrm>
            <a:off x="360720" y="3003120"/>
            <a:ext cx="3873240" cy="84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Mitigation: Supplier diversification, contractor training, micro-credit support.</a:t>
            </a:r>
            <a:br>
              <a:rPr sz="1400"/>
            </a:b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639360" y="196056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Budget Deficit Analysis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/>
          </p:nvPr>
        </p:nvSpPr>
        <p:spPr>
          <a:xfrm>
            <a:off x="639360" y="2675520"/>
            <a:ext cx="329292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Deficit mainly from installation labor &amp; customer support overspend.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4" name="Google Shape;511;p50" descr=""/>
          <p:cNvPicPr/>
          <p:nvPr/>
        </p:nvPicPr>
        <p:blipFill>
          <a:blip r:embed="rId1"/>
          <a:stretch/>
        </p:blipFill>
        <p:spPr>
          <a:xfrm>
            <a:off x="4572000" y="446760"/>
            <a:ext cx="4571640" cy="469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39360" y="178092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Budget Reallocation Plan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572400" y="2616120"/>
            <a:ext cx="362988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Reallocate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marketing &amp; procurement savings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to cover labor overspend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title"/>
          </p:nvPr>
        </p:nvSpPr>
        <p:spPr>
          <a:xfrm>
            <a:off x="4813200" y="1612440"/>
            <a:ext cx="329292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Trade off: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4"/>
          <p:cNvSpPr>
            <a:spLocks noGrp="1"/>
          </p:cNvSpPr>
          <p:nvPr>
            <p:ph/>
          </p:nvPr>
        </p:nvSpPr>
        <p:spPr>
          <a:xfrm>
            <a:off x="4941000" y="2616120"/>
            <a:ext cx="3727440" cy="1291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Slightly slower growth campaigns vs. guaranteed program delivery.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149040" y="1960560"/>
            <a:ext cx="442260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Project Management (North Region)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639360" y="2675520"/>
            <a:ext cx="3292920" cy="876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algn="ctr">
              <a:lnSpc>
                <a:spcPct val="100000"/>
              </a:lnSpc>
              <a:spcAft>
                <a:spcPts val="1199"/>
              </a:spcAft>
              <a:buNone/>
              <a:tabLst>
                <a:tab algn="l" pos="0"/>
              </a:tabLst>
            </a:pPr>
            <a:r>
              <a:rPr b="0" lang="en" sz="1500" spc="-1" strike="noStrike">
                <a:solidFill>
                  <a:schemeClr val="dk1"/>
                </a:solidFill>
                <a:latin typeface="Figtree"/>
                <a:ea typeface="Figtree"/>
              </a:rPr>
              <a:t>Parallelize prep tasks &amp; subcontract for efficiency.</a:t>
            </a:r>
            <a:endParaRPr b="0" lang="en-GB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1" name="Google Shape;526;p52" descr=""/>
          <p:cNvPicPr/>
          <p:nvPr/>
        </p:nvPicPr>
        <p:blipFill>
          <a:blip r:embed="rId1"/>
          <a:stretch/>
        </p:blipFill>
        <p:spPr>
          <a:xfrm>
            <a:off x="4572000" y="446760"/>
            <a:ext cx="4571640" cy="469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211680" y="1748880"/>
            <a:ext cx="414828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Team &amp; Stakeholder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434880" y="2675520"/>
            <a:ext cx="3497400" cy="145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2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Action Plan: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Figtree"/>
                <a:ea typeface="Figtree"/>
              </a:rPr>
              <a:t>Weekly cross-functional sync (Sales, Ops, Support).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Figtree"/>
                <a:ea typeface="Figtree"/>
              </a:rPr>
              <a:t>Shared project tracker for transparency.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5011200" y="1938960"/>
            <a:ext cx="3497400" cy="1873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" sz="12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Stakeholder Communication: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Figtree"/>
                <a:ea typeface="Figtree"/>
              </a:rPr>
              <a:t>Monthly updates with KPIs + risks.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Figtree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Figtree"/>
                <a:ea typeface="Figtree"/>
              </a:rPr>
              <a:t>Additional funding request supported by efficiency metrics.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222120" y="1495080"/>
            <a:ext cx="4127400" cy="5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algn="ctr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en" sz="2000" spc="-1" strike="noStrike" u="sng">
                <a:solidFill>
                  <a:schemeClr val="dk1"/>
                </a:solidFill>
                <a:uFillTx/>
                <a:latin typeface="Figtree"/>
                <a:ea typeface="Figtree"/>
              </a:rPr>
              <a:t>Recommendations &amp; Conclusion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639360" y="2675520"/>
            <a:ext cx="3292920" cy="204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Figtree"/>
                <a:ea typeface="Figtree"/>
              </a:rPr>
              <a:t>Key Takeaway: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Focus on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South &amp; East regions</a:t>
            </a: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 for delays.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Strengthen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customer credit screening</a:t>
            </a: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Offset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budget overspend</a:t>
            </a: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 with savings plan.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marL="457200" indent="-30492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Proactive </a:t>
            </a:r>
            <a:r>
              <a:rPr b="1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team alignment &amp; reporting</a:t>
            </a:r>
            <a:r>
              <a:rPr b="0" lang="en" sz="1200" spc="-1" strike="noStrike">
                <a:solidFill>
                  <a:schemeClr val="dk1"/>
                </a:solidFill>
                <a:latin typeface="Arial"/>
                <a:ea typeface="Arial"/>
              </a:rPr>
              <a:t>.</a:t>
            </a: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GB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title"/>
          </p:nvPr>
        </p:nvSpPr>
        <p:spPr>
          <a:xfrm>
            <a:off x="4666680" y="2299680"/>
            <a:ext cx="4127400" cy="99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>
              <a:lnSpc>
                <a:spcPct val="85000"/>
              </a:lnSpc>
              <a:buNone/>
              <a:tabLst>
                <a:tab algn="l" pos="0"/>
              </a:tabLst>
            </a:pPr>
            <a:r>
              <a:rPr b="0" lang="en" sz="2000" spc="-1" strike="noStrike">
                <a:solidFill>
                  <a:schemeClr val="dk1"/>
                </a:solidFill>
                <a:latin typeface="Figtree"/>
                <a:ea typeface="Figtree"/>
              </a:rPr>
              <a:t>Sun King can scale efficiently with targeted operational improvements.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Lesson 2">
  <a:themeElements>
    <a:clrScheme name="Simple Light">
      <a:dk1>
        <a:srgbClr val="000000"/>
      </a:dk1>
      <a:lt1>
        <a:srgbClr val="f4f3f0"/>
      </a:lt1>
      <a:dk2>
        <a:srgbClr val="ffc700"/>
      </a:dk2>
      <a:lt2>
        <a:srgbClr val="0eaa57"/>
      </a:lt2>
      <a:accent1>
        <a:srgbClr val="349eea"/>
      </a:accent1>
      <a:accent2>
        <a:srgbClr val="c6b9ff"/>
      </a:accent2>
      <a:accent3>
        <a:srgbClr val="f66f6f"/>
      </a:accent3>
      <a:accent4>
        <a:srgbClr val="8e7cc3"/>
      </a:accent4>
      <a:accent5>
        <a:srgbClr val="ffe599"/>
      </a:accent5>
      <a:accent6>
        <a:srgbClr val="a4c2f4"/>
      </a:accent6>
      <a:hlink>
        <a:srgbClr val="ffc700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en-GB</dc:language>
  <cp:lastModifiedBy/>
  <dcterms:modified xsi:type="dcterms:W3CDTF">2025-11-08T21:14:09Z</dcterms:modified>
  <cp:revision>1</cp:revision>
  <dc:subject/>
  <dc:title/>
</cp:coreProperties>
</file>